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2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492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8D9FA-72F9-467B-BB1E-5A8634424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499658-9E72-41D8-B8B2-AA2EBB685B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6BEA4-0E72-4AE8-A387-976D541DD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26E1-683A-42F2-8CB7-F5946C22E811}" type="datetimeFigureOut">
              <a:rPr lang="en-ID" smtClean="0"/>
              <a:t>09/11/2025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3576B-31A3-4092-846F-652B7DAFB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F3E42-8D84-49B1-BC13-6FE54B9C7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233C6-5DAD-40A8-9585-A1BBE60D8B4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23040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6C7D8-8E85-4D3E-8451-E722CBC1A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6482E-3C65-41CF-8DC9-B1A89C254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96904-0D0D-4D75-A69D-621821652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26E1-683A-42F2-8CB7-F5946C22E811}" type="datetimeFigureOut">
              <a:rPr lang="en-ID" smtClean="0"/>
              <a:t>09/11/2025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2E432-03C2-4B06-B29F-BBA86816A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D2A50-2C7D-4263-852C-AB60B1670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233C6-5DAD-40A8-9585-A1BBE60D8B4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21072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D9D5A-4E19-42D5-9043-EB74931F7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1AE29E-693F-41D0-BAF3-B7FC9B837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A734E-5CEE-43B0-B224-BFC877CBD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26E1-683A-42F2-8CB7-F5946C22E811}" type="datetimeFigureOut">
              <a:rPr lang="en-ID" smtClean="0"/>
              <a:t>09/11/2025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10844-2AFE-456C-8313-DC5D6EB76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8A9A2-13D2-4B58-BA3E-35D483350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233C6-5DAD-40A8-9585-A1BBE60D8B4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23147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FA955-32DA-491F-8BC8-D5CA1B1B9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45F56-8BFC-4347-93D2-7D7F5CE6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1AE5A3-E9AF-407E-9C6E-D85BA2552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DD3B0E-7513-4A23-801B-DDC9BBE73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26E1-683A-42F2-8CB7-F5946C22E811}" type="datetimeFigureOut">
              <a:rPr lang="en-ID" smtClean="0"/>
              <a:t>09/11/2025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29BD2C-19E1-48FB-AE4E-59A59787F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98256-B4C5-47DB-9EE5-885A0CCE7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233C6-5DAD-40A8-9585-A1BBE60D8B4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08986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893C0-6B98-4B69-BB78-645C7C92A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17728-ADA8-4E24-A41F-5130D2915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CF32E1-7B95-40E5-BD20-30E1304C7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4F9AE0-4289-43A9-8535-D8D7B3940C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72BBEE-6348-49C0-922B-C90C0142D8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6000DA-2534-479B-9794-6B263B4D6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26E1-683A-42F2-8CB7-F5946C22E811}" type="datetimeFigureOut">
              <a:rPr lang="en-ID" smtClean="0"/>
              <a:t>09/11/2025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CC13E5-44B9-4D99-B047-598AA481F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D1E9A3-E040-4C27-BD1C-A2373E02C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233C6-5DAD-40A8-9585-A1BBE60D8B4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75046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CEA66-DD4D-4B08-BEB9-26DC2A687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AAC0C8-3446-40BD-9E18-CD4F536B7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26E1-683A-42F2-8CB7-F5946C22E811}" type="datetimeFigureOut">
              <a:rPr lang="en-ID" smtClean="0"/>
              <a:t>09/11/2025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28F22-D040-4E7F-B1B8-9972D0C9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4FE4B4-9325-42A5-9632-EBB299CB8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233C6-5DAD-40A8-9585-A1BBE60D8B4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00907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8DCEFB-0FCC-4BFD-8E37-8C65B14BF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26E1-683A-42F2-8CB7-F5946C22E811}" type="datetimeFigureOut">
              <a:rPr lang="en-ID" smtClean="0"/>
              <a:t>09/11/2025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E889F3-C89D-43D2-8B06-BBD48FCBE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94DD8-E478-4FEB-8F30-861A221AE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233C6-5DAD-40A8-9585-A1BBE60D8B4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64567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C1FFA-DB0F-4A96-BFA5-7B8DC1183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BF8AF-890C-4B12-9379-B0B323961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70ACB7-B503-4D22-91CE-C5FF401BA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56F8E-B426-4A83-893E-2F65C5ED1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26E1-683A-42F2-8CB7-F5946C22E811}" type="datetimeFigureOut">
              <a:rPr lang="en-ID" smtClean="0"/>
              <a:t>09/11/2025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6BC54-3F5E-4DD1-A90B-6F85788C1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FDAD9F-B8FF-47E2-93D3-469F5B007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233C6-5DAD-40A8-9585-A1BBE60D8B4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1625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F8969-5C86-407F-9FB6-EAAF1A13B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ED40FA-6EFC-4222-AEFD-6D163EFCCA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C1965C-C9E2-47FF-A91B-8E3A00A0C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54D74-C76A-4DB4-97A4-79EB0525A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26E1-683A-42F2-8CB7-F5946C22E811}" type="datetimeFigureOut">
              <a:rPr lang="en-ID" smtClean="0"/>
              <a:t>09/11/2025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B23713-6C21-46E5-B84C-C63DF0EC4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053D4-854F-473F-8D67-79D55DBB7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233C6-5DAD-40A8-9585-A1BBE60D8B4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1557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05F0C-1E35-41DC-AA8A-65CFEBC36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7363E5-117F-4B20-B696-8F2D9D462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C3176-6B2A-427B-A16D-3B87AEF53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26E1-683A-42F2-8CB7-F5946C22E811}" type="datetimeFigureOut">
              <a:rPr lang="en-ID" smtClean="0"/>
              <a:t>09/11/2025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597CE-243E-4FCD-AA74-A6D9F4702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CDE22-820A-4F9A-9B4B-A05A43422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233C6-5DAD-40A8-9585-A1BBE60D8B4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25440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D2AF66-CF14-43E4-ABA0-332FF0B0C7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AC2A24-CF63-4746-966E-738FE2C868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58AB5-E79D-4BF2-A6B6-6905D1E17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26E1-683A-42F2-8CB7-F5946C22E811}" type="datetimeFigureOut">
              <a:rPr lang="en-ID" smtClean="0"/>
              <a:t>09/11/2025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BC884-78C3-461D-BD01-4E8CA853D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2EDBF-2F13-4DED-AAA8-5C83D8FFB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233C6-5DAD-40A8-9585-A1BBE60D8B4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90663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95B668-D3C5-4DA0-B46F-7A89ADA35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2ABD9-5AD4-4FE9-BF02-77B41A460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7CE7C-19F8-4D26-A2E5-946E7B97CC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0126E1-683A-42F2-8CB7-F5946C22E811}" type="datetimeFigureOut">
              <a:rPr lang="en-ID" smtClean="0"/>
              <a:t>09/11/2025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5A885-8F76-4D91-BC9E-46107FBE57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E70BC-FA4A-4A58-B751-A1814485B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233C6-5DAD-40A8-9585-A1BBE60D8B4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40837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CB1C6-2E0D-4002-A116-3F270D71C0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dalah</a:t>
            </a:r>
            <a:r>
              <a:rPr lang="en-US" dirty="0"/>
              <a:t> file </a:t>
            </a:r>
            <a:r>
              <a:rPr lang="en-US" dirty="0" err="1"/>
              <a:t>ujicoba</a:t>
            </a:r>
            <a:r>
              <a:rPr lang="en-US" dirty="0"/>
              <a:t> </a:t>
            </a:r>
            <a:r>
              <a:rPr lang="en-US" dirty="0" err="1"/>
              <a:t>enkripsi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75598-27D3-4407-B42B-EB9D77E005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CIHUYYY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45787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Ini dalah file ujicoba enkripsi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Ini dalah file ujicoba enkripsi</dc:title>
  <dc:creator>JR KUNN</dc:creator>
  <cp:lastModifiedBy>JR KUNN</cp:lastModifiedBy>
  <cp:revision>1</cp:revision>
  <dcterms:created xsi:type="dcterms:W3CDTF">2025-11-09T13:36:26Z</dcterms:created>
  <dcterms:modified xsi:type="dcterms:W3CDTF">2025-11-09T13:36:48Z</dcterms:modified>
</cp:coreProperties>
</file>